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endParaRPr lang="en-GY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us_clothing</c:v>
                </c:pt>
                <c:pt idx="1">
                  <c:v>one_size</c:v>
                </c:pt>
                <c:pt idx="2">
                  <c:v>plus</c:v>
                </c:pt>
                <c:pt idx="3">
                  <c:v>standard</c:v>
                </c:pt>
                <c:pt idx="4">
                  <c:v>shoe_intl</c:v>
                </c:pt>
                <c:pt idx="5">
                  <c:v>missing</c:v>
                </c:pt>
                <c:pt idx="6">
                  <c:v>dimensions</c:v>
                </c:pt>
                <c:pt idx="7">
                  <c:v>shoe_us</c:v>
                </c:pt>
                <c:pt idx="8">
                  <c:v>bra</c:v>
                </c:pt>
                <c:pt idx="9">
                  <c:v>us_letter</c:v>
                </c:pt>
                <c:pt idx="10">
                  <c:v>unknown</c:v>
                </c:pt>
                <c:pt idx="11">
                  <c:v>kids</c:v>
                </c:pt>
                <c:pt idx="12">
                  <c:v>jeans</c:v>
                </c:pt>
                <c:pt idx="13">
                  <c:v>volume_length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60668</c:v>
                </c:pt>
                <c:pt idx="1">
                  <c:v>11787</c:v>
                </c:pt>
                <c:pt idx="2">
                  <c:v>7315</c:v>
                </c:pt>
                <c:pt idx="3">
                  <c:v>7055</c:v>
                </c:pt>
                <c:pt idx="4">
                  <c:v>6247</c:v>
                </c:pt>
                <c:pt idx="5">
                  <c:v>5494</c:v>
                </c:pt>
                <c:pt idx="6">
                  <c:v>2250</c:v>
                </c:pt>
                <c:pt idx="7">
                  <c:v>1252</c:v>
                </c:pt>
                <c:pt idx="8">
                  <c:v>368</c:v>
                </c:pt>
                <c:pt idx="9">
                  <c:v>271</c:v>
                </c:pt>
                <c:pt idx="10">
                  <c:v>219</c:v>
                </c:pt>
                <c:pt idx="11">
                  <c:v>139</c:v>
                </c:pt>
                <c:pt idx="12">
                  <c:v>85</c:v>
                </c:pt>
                <c:pt idx="13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CA-468C-A12E-7B22C4E0B0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95C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Repo setup &amp; LFS</c:v>
                </c:pt>
                <c:pt idx="1">
                  <c:v>Data ingestion &amp; config</c:v>
                </c:pt>
                <c:pt idx="2">
                  <c:v>Exploratory diagnostics</c:v>
                </c:pt>
                <c:pt idx="3">
                  <c:v>Cleaning pipeline (03_clean)</c:v>
                </c:pt>
                <c:pt idx="4">
                  <c:v>Size system classification</c:v>
                </c:pt>
                <c:pt idx="5">
                  <c:v>Report &amp; presentation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1.5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3C-41B5-AD21-FE22E068BA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54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SHEIN Data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Assignment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Nicky Melville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Pipeline  |  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11</a:t>
            </a:r>
            <a:r>
              <a:rPr lang="en-US" sz="1400" baseline="30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2011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212848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691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SHEIN product scrape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(us.shein.com)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8056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size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09160" y="1691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~111,189 rows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 columns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Feb 2023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480560" y="29260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0916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0916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name, </a:t>
            </a:r>
            <a:r>
              <a:rPr lang="en-US" sz="1500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(stock keeping unit), price,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brand, description, images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Set Out to Do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64008" cy="10972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reproducible data-quality pipeline in R that reads, validates, cleans, and prepares the SHEIN product dataset for missing-value imputation.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Scoped Variables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20240" y="3017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identifier (primary key)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92024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 — parsed to numeric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92024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 — mojibake cleaned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920240" y="3977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description field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920240" y="4297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into 13+ size systems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920240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as is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24" name="Shape 21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 shein_cleaned.csv  →  .sav / .dta / .xlsx / .rds  +  Word report  +  diagnostics workbook</a:t>
            </a:r>
            <a:endParaRPr lang="en-US" sz="13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4E493779-57B7-95E6-D828-12262741F0D8}"/>
              </a:ext>
            </a:extLst>
          </p:cNvPr>
          <p:cNvSpPr/>
          <p:nvPr/>
        </p:nvSpPr>
        <p:spPr>
          <a:xfrm>
            <a:off x="457200" y="1463040"/>
            <a:ext cx="1188720" cy="1463040"/>
          </a:xfrm>
          <a:prstGeom prst="rect">
            <a:avLst/>
          </a:prstGeom>
          <a:solidFill>
            <a:srgbClr val="64748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9A7B0F2A-EA8D-1820-AF34-A219C3E774AD}"/>
              </a:ext>
            </a:extLst>
          </p:cNvPr>
          <p:cNvSpPr/>
          <p:nvPr/>
        </p:nvSpPr>
        <p:spPr>
          <a:xfrm>
            <a:off x="4572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</a:t>
            </a:r>
            <a:endParaRPr lang="en-US" sz="1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596F8461-044B-30E0-F69C-CF7ECD6D20DC}"/>
              </a:ext>
            </a:extLst>
          </p:cNvPr>
          <p:cNvSpPr/>
          <p:nvPr/>
        </p:nvSpPr>
        <p:spPr>
          <a:xfrm>
            <a:off x="5486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00_config.R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01_ingest.R</a:t>
            </a:r>
            <a:endParaRPr lang="en-US" sz="10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FB68A736-DA2E-2AD7-2501-EC9D616026D6}"/>
              </a:ext>
            </a:extLst>
          </p:cNvPr>
          <p:cNvSpPr/>
          <p:nvPr/>
        </p:nvSpPr>
        <p:spPr>
          <a:xfrm>
            <a:off x="1645920" y="21945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0E73A078-D8C4-93A3-FFCE-901A95A5FD99}"/>
              </a:ext>
            </a:extLst>
          </p:cNvPr>
          <p:cNvSpPr/>
          <p:nvPr/>
        </p:nvSpPr>
        <p:spPr>
          <a:xfrm>
            <a:off x="1828800" y="1463040"/>
            <a:ext cx="1188720" cy="146304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2679EC3-BC05-74DA-10AB-D1CB5FE10F58}"/>
              </a:ext>
            </a:extLst>
          </p:cNvPr>
          <p:cNvSpPr/>
          <p:nvPr/>
        </p:nvSpPr>
        <p:spPr>
          <a:xfrm>
            <a:off x="18288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4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1015E15-757B-ED40-8F90-83629106F799}"/>
              </a:ext>
            </a:extLst>
          </p:cNvPr>
          <p:cNvSpPr/>
          <p:nvPr/>
        </p:nvSpPr>
        <p:spPr>
          <a:xfrm>
            <a:off x="19202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02_diagnosis.R</a:t>
            </a:r>
            <a:endParaRPr lang="en-US" sz="10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B1BE4A02-339A-6BBD-3F20-A589D08A94CB}"/>
              </a:ext>
            </a:extLst>
          </p:cNvPr>
          <p:cNvSpPr/>
          <p:nvPr/>
        </p:nvSpPr>
        <p:spPr>
          <a:xfrm>
            <a:off x="3017520" y="21945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A7F92CE0-5595-FD3B-2EC2-4FAC634A7068}"/>
              </a:ext>
            </a:extLst>
          </p:cNvPr>
          <p:cNvSpPr/>
          <p:nvPr/>
        </p:nvSpPr>
        <p:spPr>
          <a:xfrm>
            <a:off x="3200400" y="1463040"/>
            <a:ext cx="1188720" cy="14630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36D736A4-40DF-F018-0485-5211786EB0F0}"/>
              </a:ext>
            </a:extLst>
          </p:cNvPr>
          <p:cNvSpPr/>
          <p:nvPr/>
        </p:nvSpPr>
        <p:spPr>
          <a:xfrm>
            <a:off x="32004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4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A64A084B-481F-4D38-1118-FF5A46CA94EA}"/>
              </a:ext>
            </a:extLst>
          </p:cNvPr>
          <p:cNvSpPr/>
          <p:nvPr/>
        </p:nvSpPr>
        <p:spPr>
          <a:xfrm>
            <a:off x="32918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03_clean.R</a:t>
            </a:r>
            <a:endParaRPr lang="en-US" sz="10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3EB73890-F161-D6BD-6D86-C5AA8DDB9C64}"/>
              </a:ext>
            </a:extLst>
          </p:cNvPr>
          <p:cNvSpPr/>
          <p:nvPr/>
        </p:nvSpPr>
        <p:spPr>
          <a:xfrm>
            <a:off x="4389120" y="21945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7B5E0D6D-F117-2736-20F7-554CA983BAB2}"/>
              </a:ext>
            </a:extLst>
          </p:cNvPr>
          <p:cNvSpPr/>
          <p:nvPr/>
        </p:nvSpPr>
        <p:spPr>
          <a:xfrm>
            <a:off x="4572000" y="1463040"/>
            <a:ext cx="1188720" cy="1463040"/>
          </a:xfrm>
          <a:prstGeom prst="rect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DB5527CB-12B4-5D30-9ACC-BDA5DE7565EF}"/>
              </a:ext>
            </a:extLst>
          </p:cNvPr>
          <p:cNvSpPr/>
          <p:nvPr/>
        </p:nvSpPr>
        <p:spPr>
          <a:xfrm>
            <a:off x="45720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IMPUTE</a:t>
            </a:r>
            <a:endParaRPr lang="en-US" sz="14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BDB7B5B7-5C18-F1A2-705B-B5796440DAA3}"/>
              </a:ext>
            </a:extLst>
          </p:cNvPr>
          <p:cNvSpPr/>
          <p:nvPr/>
        </p:nvSpPr>
        <p:spPr>
          <a:xfrm>
            <a:off x="46634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04_impute.R</a:t>
            </a:r>
            <a:endParaRPr lang="en-US" sz="10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EAFC33EF-804D-EFF4-A532-F3E60880731D}"/>
              </a:ext>
            </a:extLst>
          </p:cNvPr>
          <p:cNvSpPr/>
          <p:nvPr/>
        </p:nvSpPr>
        <p:spPr>
          <a:xfrm>
            <a:off x="5760720" y="21945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9DB78780-0CBC-7990-0983-1BCE3F83737A}"/>
              </a:ext>
            </a:extLst>
          </p:cNvPr>
          <p:cNvSpPr/>
          <p:nvPr/>
        </p:nvSpPr>
        <p:spPr>
          <a:xfrm>
            <a:off x="5943600" y="1463040"/>
            <a:ext cx="1188720" cy="1463040"/>
          </a:xfrm>
          <a:prstGeom prst="rect">
            <a:avLst/>
          </a:prstGeom>
          <a:solidFill>
            <a:srgbClr val="2129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D88C8D78-4065-4444-6259-91BADAEDA687}"/>
              </a:ext>
            </a:extLst>
          </p:cNvPr>
          <p:cNvSpPr/>
          <p:nvPr/>
        </p:nvSpPr>
        <p:spPr>
          <a:xfrm>
            <a:off x="59436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4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C0F3C600-A88B-9653-783A-33FA5A6671DF}"/>
              </a:ext>
            </a:extLst>
          </p:cNvPr>
          <p:cNvSpPr/>
          <p:nvPr/>
        </p:nvSpPr>
        <p:spPr>
          <a:xfrm>
            <a:off x="60350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05_export.R</a:t>
            </a:r>
            <a:endParaRPr lang="en-US" sz="100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DF2EAB3F-4D5B-2E54-FF9E-B5AB6F758219}"/>
              </a:ext>
            </a:extLst>
          </p:cNvPr>
          <p:cNvSpPr/>
          <p:nvPr/>
        </p:nvSpPr>
        <p:spPr>
          <a:xfrm>
            <a:off x="7132320" y="21945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E33A8609-8C84-0CD8-07C4-8840886C7630}"/>
              </a:ext>
            </a:extLst>
          </p:cNvPr>
          <p:cNvSpPr/>
          <p:nvPr/>
        </p:nvSpPr>
        <p:spPr>
          <a:xfrm>
            <a:off x="7315200" y="1463040"/>
            <a:ext cx="1188720" cy="146304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CB21308B-846E-5B8A-0FA3-9E9957AD01ED}"/>
              </a:ext>
            </a:extLst>
          </p:cNvPr>
          <p:cNvSpPr/>
          <p:nvPr/>
        </p:nvSpPr>
        <p:spPr>
          <a:xfrm>
            <a:off x="73152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4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8B249B76-0A69-CC62-5E78-DBB10B8392F3}"/>
              </a:ext>
            </a:extLst>
          </p:cNvPr>
          <p:cNvSpPr/>
          <p:nvPr/>
        </p:nvSpPr>
        <p:spPr>
          <a:xfrm>
            <a:off x="74066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06_report.Rmd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Data Quality Issues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from repeated scraping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~7.18% of raw rows are exact duplicates by SKU, (7,987/111,189)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1920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Mojibake in brand field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240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characters + category breadcrumbs appended after brand name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2697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is a serialised Python dict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 [{'Color':'Black'}, {'Material':'Fabric'}] — not directly usable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34290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column encodes 13+ different systems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EU, shoe, bedding, kids, bra, petite, plus, jeans, etc. in one field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</a:t>
            </a: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Cleaned It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655814"/>
              </p:ext>
            </p:extLst>
          </p:nvPr>
        </p:nvGraphicFramePr>
        <p:xfrm>
          <a:off x="457200" y="1051560"/>
          <a:ext cx="8229600" cy="26517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sku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'SKU:' prefix, deduplicate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key; ~50% rows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'$', coerce to numeric, flag issues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price_flag: ok | missing | invalid | outlier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latin-ascii transliteration, extract before '?'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brand name; empty → 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extract 'Color' from 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column; description dropped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 system → extract labels, US sizes, dims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new columns; NA for non-applicable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0CDE7-F930-9916-0837-1E254AA2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81354"/>
            <a:ext cx="8178799" cy="278079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6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Imputation Strategy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median by size_system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outliers; respects product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as NA (not imputable)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is scraped metadata — cannot be inferred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by product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Categorical; most common within category is 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size_labels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as NA where non-applicable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by design for bedding/unknown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/>
          <p:nvPr/>
        </p:nvSpPr>
        <p:spPr>
          <a:xfrm>
            <a:off x="685800" y="3520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all size system columns present in every row. NA is preferred over omitting non-applicable columns — this preserves structure for downstream grouped imputation.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System Distribution</a:t>
            </a:r>
            <a:endParaRPr lang="en-US" sz="30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E7A83325-A40F-B61C-1739-2AA36204D855}"/>
              </a:ext>
            </a:extLst>
          </p:cNvPr>
          <p:cNvGraphicFramePr/>
          <p:nvPr/>
        </p:nvGraphicFramePr>
        <p:xfrm>
          <a:off x="457200" y="1005840"/>
          <a:ext cx="8229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shein_cleaned.csv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3192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cleaned dataset — all columns, one row per product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shein_cleaned.sav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3192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format for statistical software users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shein_cleaned.dta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319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 format for econometric workflows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shein_cleaned.xlsx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3192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for non-technical stakeholders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shein_cleaned.rds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9319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 format preserving data types and factors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shein_data_quality_report.docx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319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Word report documenting all decisions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shein_exploratory_diagnostics.xlsx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93192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20-sheet diagnostics workbook (evidence base)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Went Well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 design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4813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00–03 each have a clear single responsibility. New stages slot in without rewriting earlier code.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2084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system classification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2395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distinct size systems correctly identified and parsed into structured columns — a genuinely complex regex task.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2999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log accountability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800" y="33101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dropped or replaced is recorded with an explicit reason. Decisions are auditable.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39136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Diagnostics-first approach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" y="42245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20-sheet diagnostics workbook built before cleaning began — issues were quantified, not guessed.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Hard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051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LFS setup for large CSV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307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file exceeded GitHub's limit. Configuring LFS was the first-day bottleneck.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5819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Would set up LFS before starting data work next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057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data.table reference semantics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23134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copy warnings, .SDcols placement, and := scoping caused repeated debugging cycles.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25877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Now use setDT() immediately after as.data.table() and copy() before mutations.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3063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field complexity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3319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encoding 13+ size systems required iterative regex design and repeated misclassification fixes.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35935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Would prototype on a stratified sample first, then scale to full data.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0919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4069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report, git pushes and cleaning sizes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5800" y="44577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these tasks were challenges, as I had to ask for guidance on several occasions for push in the right direction.</a:t>
            </a:r>
          </a:p>
          <a:p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I know how to clean larger datasets, create cleaner pipelines, README and cleaning csv scraped data.</a:t>
            </a:r>
            <a:endParaRPr lang="en-US" sz="12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85800" y="4599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Breakdown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816260906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2129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Total: ~15 hours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More Time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353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each cleaning function — validate regex outputs against known edge cases.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4864" cy="6858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URL validation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130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 requests to verify image links are still live; flag broken URLs.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560320"/>
            <a:ext cx="54864" cy="6858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modelling by category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size_system + color + brand to build a simple predictive model for missing prices.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3337560"/>
            <a:ext cx="54864" cy="6858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3383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master script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" y="3685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run_pipeline.R that sources all scripts in order with error handling and timing.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" y="4114800"/>
            <a:ext cx="54864" cy="6858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580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diagnostics dashboard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4462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app showing missingness heatmaps, size system breakdowns, and price distributions.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097280"/>
            <a:ext cx="4572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91840" y="3200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404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https://github.com/NMelville2000/Shein_Data_Cleaning_Assignment.git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AF198A-8267-49DB-9330-CA7CE65E82E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1ce0fdb-0286-47fe-aeff-e8e8f2ad8f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953</Words>
  <Application>Microsoft Office PowerPoint</Application>
  <PresentationFormat>On-screen Show (16:9)</PresentationFormat>
  <Paragraphs>160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SHEIN Data Cleaning Assignment</dc:title>
  <dc:subject>PptxGenJS Presentation</dc:subject>
  <dc:creator>Adrian</dc:creator>
  <cp:lastModifiedBy>Nicky Melville</cp:lastModifiedBy>
  <cp:revision>13</cp:revision>
  <dcterms:created xsi:type="dcterms:W3CDTF">2026-05-11T01:47:50Z</dcterms:created>
  <dcterms:modified xsi:type="dcterms:W3CDTF">2026-05-15T19:29:09Z</dcterms:modified>
</cp:coreProperties>
</file>